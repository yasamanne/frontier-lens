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Walkthrough: questions are sampled k times per model in a detached background job and graded by the last FINAL: line (exact match, optional judge). Pass rate per question routes it: learnable band to RL, too easy ignored, all-wrong with a verifier success becomes a hint candidate, all-wrong everywhere goes to SME. SME can validate, fix the key (attempts are re-graded) or mark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state lives in SQLite with a 5 s heartbeat from a detached process. A run silent for 90 s is marked interrupted. Interrupted and failed runs resume by sampling only the missing triples. The right column maps common symptoms to the likely cause and where to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EDE8DC"/>
                </a:solidFill>
                <a:latin typeface="Calibri"/>
              </a:rPr>
              <a:t>Evaluate: where does every question end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A9A9C8"/>
                </a:solidFill>
                <a:latin typeface="Calibri"/>
              </a:rPr>
              <a:t>Sample each model k times, grade by the last FINAL: line, then route each question by its pass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6B2B"/>
                </a:solidFill>
                <a:latin typeface="Calibri"/>
              </a:rPr>
              <a:t>1  Questions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seed · generated · uploaded
broken ones skipped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44952" y="1737360"/>
            <a:ext cx="310896" cy="237744"/>
          </a:xfrm>
          <a:prstGeom prst="rightArrow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6B2B"/>
                </a:solidFill>
                <a:latin typeface="Calibri"/>
              </a:rPr>
              <a:t>2  Sample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k = 8 policy, 3 reference
background job, resumable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71031" y="1737360"/>
            <a:ext cx="310896" cy="237744"/>
          </a:xfrm>
          <a:prstGeom prst="rightArrow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6B2B"/>
                </a:solidFill>
                <a:latin typeface="Calibri"/>
              </a:rPr>
              <a:t>3  Grade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last FINAL: line, exact match
+ optional LLM judge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97112" y="1737360"/>
            <a:ext cx="310896" cy="237744"/>
          </a:xfrm>
          <a:prstGeom prst="rightArrow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6B2B"/>
                </a:solidFill>
                <a:latin typeface="Calibri"/>
              </a:rPr>
              <a:t>4  Pass rate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correct / k per question
per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6B2B"/>
                </a:solidFill>
                <a:latin typeface="Calibri"/>
              </a:rPr>
              <a:t>WHERE EACH QUESTION GOES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4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2EC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ECC8F"/>
                </a:solidFill>
                <a:latin typeface="Calibri"/>
              </a:rPr>
              <a:t>0 &lt; pass rate &lt; 1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DE8DC"/>
                </a:solidFill>
                <a:latin typeface="Calibri"/>
              </a:rPr>
              <a:t>Learnable band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RL-ready pool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Seeds for augmentation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83464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7C7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7C9A"/>
                </a:solidFill>
                <a:latin typeface="Calibri"/>
              </a:rPr>
              <a:t>pass rate = 1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DE8DC"/>
                </a:solidFill>
                <a:latin typeface="Calibri"/>
              </a:rPr>
              <a:t>Too easy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Left alone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Counts toward accuracy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3464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B02E"/>
                </a:solidFill>
                <a:latin typeface="Calibri"/>
              </a:rPr>
              <a:t>0/k, verifier gets 1+ right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DE8DC"/>
                </a:solidFill>
                <a:latin typeface="Calibri"/>
              </a:rPr>
              <a:t>Hint candidate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Not sent to SME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Stays pass@k = 0 for the primary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Hints via Generate rescue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Verifier samples never go to SFT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83464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5C6C"/>
                </a:solidFill>
                <a:latin typeface="Calibri"/>
              </a:rPr>
              <a:t>0/k everywhere (or no verifier)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DE8DC"/>
                </a:solidFill>
                <a:latin typeface="Calibri"/>
              </a:rPr>
              <a:t>SME review queue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Flagged for review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Hidden from RL, rescue and SFT pools until resolved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0149840" y="4572000"/>
            <a:ext cx="365760" cy="274320"/>
          </a:xfrm>
          <a:prstGeom prst="downArrow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93776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5C6C"/>
                </a:solidFill>
                <a:latin typeface="Calibri"/>
              </a:rPr>
              <a:t>SME decides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on each flagged question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493776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2EC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CC8F"/>
                </a:solidFill>
                <a:latin typeface="Calibri"/>
              </a:rPr>
              <a:t>Mark valid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EDE8DC"/>
                </a:solidFill>
                <a:latin typeface="Calibri"/>
              </a:rPr>
              <a:t>Key is right, the question is just hard. Back to pass@k = 0, never re-flagged for this key. Hints next.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493776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C9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96FFF"/>
                </a:solidFill>
                <a:latin typeface="Calibri"/>
              </a:rPr>
              <a:t>Save key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EDE8DC"/>
                </a:solidFill>
                <a:latin typeface="Calibri"/>
              </a:rPr>
              <a:t>Key was wrong. Stored attempts re-graded at once, may jump into the learnable band. No re-run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93776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7C7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7C9A"/>
                </a:solidFill>
                <a:latin typeface="Calibri"/>
              </a:rPr>
              <a:t>Mark broken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EDE8DC"/>
                </a:solidFill>
                <a:latin typeface="Calibri"/>
              </a:rPr>
              <a:t>Skipped by future runs, never re-flagged, kept out of exports and analyses.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42032" y="5376672"/>
            <a:ext cx="128016" cy="274320"/>
          </a:xfrm>
          <a:prstGeom prst="rightArrow">
            <a:avLst/>
          </a:prstGeom>
          <a:solidFill>
            <a:srgbClr val="A9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9A9C8"/>
                </a:solidFill>
                <a:latin typeface="Calibri"/>
              </a:rPr>
              <a:t>One run at a time, any dataset: Evaluate unlocks when the current run finishes or is stopped   |   Refreshing the page never stops a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EDE8DC"/>
                </a:solidFill>
                <a:latin typeface="Calibri"/>
              </a:rPr>
              <a:t>Evaluate: how a run lives, and how it breaks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A9A9C8"/>
                </a:solidFill>
                <a:latin typeface="Calibri"/>
              </a:rPr>
              <a:t>Runs live in the database, not in the browser, so every failure is resumable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6B2B"/>
                </a:solidFill>
                <a:latin typeface="Calibri"/>
              </a:rPr>
              <a:t>RUN STATES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7C7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7C7C9A"/>
                </a:solidFill>
                <a:latin typeface="Calibri"/>
              </a:rPr>
              <a:t>queued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55448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6B2B"/>
                </a:solidFill>
                <a:latin typeface="Calibri"/>
              </a:rPr>
              <a:t>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55448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2EC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ECC8F"/>
                </a:solidFill>
                <a:latin typeface="Calibri"/>
              </a:rPr>
              <a:t>complete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01952" y="1783080"/>
            <a:ext cx="256032" cy="219456"/>
          </a:xfrm>
          <a:prstGeom prst="rightArrow">
            <a:avLst/>
          </a:prstGeom>
          <a:solidFill>
            <a:srgbClr val="A9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776472" y="1783080"/>
            <a:ext cx="256032" cy="219456"/>
          </a:xfrm>
          <a:prstGeom prst="rightArrow">
            <a:avLst/>
          </a:prstGeom>
          <a:solidFill>
            <a:srgbClr val="A9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2788920" y="2286000"/>
            <a:ext cx="365760" cy="411480"/>
          </a:xfrm>
          <a:prstGeom prst="downArrow">
            <a:avLst/>
          </a:prstGeom>
          <a:solidFill>
            <a:srgbClr val="A9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B02E"/>
                </a:solidFill>
                <a:latin typeface="Calibri"/>
              </a:rPr>
              <a:t>interrupted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Stop button or Ctrl+C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container restart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no heartbeat for 90 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A9A9C8"/>
                </a:solidFill>
                <a:latin typeface="Calibri"/>
              </a:rPr>
              <a:t>Finished samples are kept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5C6C"/>
                </a:solidFill>
                <a:latin typeface="Calibri"/>
              </a:rPr>
              <a:t>failed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3 provider errors in a row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• setup error: no questions, unknown model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A9A9C8"/>
                </a:solidFill>
                <a:latin typeface="Calibri"/>
              </a:rPr>
              <a:t>Finished samples are kept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26280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C9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96FFF"/>
                </a:solidFill>
                <a:latin typeface="Calibri"/>
              </a:rPr>
              <a:t>Resume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Same run id and config. Only the missing (model, question, sample) triples are sampled.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32120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A9A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DE8DC"/>
                </a:solidFill>
                <a:latin typeface="Calibri"/>
              </a:rPr>
              <a:t>Safety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DE8DC"/>
                </a:solidFill>
                <a:latin typeface="Calibri"/>
              </a:rPr>
              <a:t>One live run at a time, checked atomically in the database (tabs, CLI and Resume included). Heartbeat every 5 s; Stop or a newer resume makes the old process exit.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188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6B2B"/>
                </a:solidFill>
                <a:latin typeface="Calibri"/>
              </a:rPr>
              <a:t>WHEN THINGS GO WRONG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5577840" cy="859536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B02E"/>
                </a:solidFill>
                <a:latin typeface="Calibri"/>
              </a:rPr>
              <a:t>Many unparsable samples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EDE8DC"/>
                </a:solidFill>
                <a:latin typeface="Calibri"/>
              </a:rPr>
              <a:t>Model skips FINAL: even after the correction turn, or the provider errored.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A9A9C8"/>
                </a:solidFill>
                <a:latin typeface="Calibri"/>
              </a:rPr>
              <a:t>→ Check raw_output in the .jsonl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505456"/>
            <a:ext cx="5577840" cy="859536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5C6C"/>
                </a:solidFill>
                <a:latin typeface="Calibri"/>
              </a:rPr>
              <a:t>"provider failed 3 samples in a row"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EDE8DC"/>
                </a:solidFill>
                <a:latin typeface="Calibri"/>
              </a:rPr>
              <a:t>Bad key, rate limit or a retired model slug.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A9A9C8"/>
                </a:solidFill>
                <a:latin typeface="Calibri"/>
              </a:rPr>
              <a:t>→ Check .env and stdout.log, then Resume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456432"/>
            <a:ext cx="5577840" cy="859536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6B2B"/>
                </a:solidFill>
                <a:latin typeface="Calibri"/>
              </a:rPr>
              <a:t>One topic is all wrong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EDE8DC"/>
                </a:solidFill>
                <a:latin typeface="Calibri"/>
              </a:rPr>
              <a:t>Possibly a wrong gold key.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A9A9C8"/>
                </a:solidFill>
                <a:latin typeface="Calibri"/>
              </a:rPr>
              <a:t>→ Open the SME queue and compare key with the model's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407408"/>
            <a:ext cx="5577840" cy="859536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7C7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C7C9A"/>
                </a:solidFill>
                <a:latin typeface="Calibri"/>
              </a:rPr>
              <a:t>Evaluate button is disabled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EDE8DC"/>
                </a:solidFill>
                <a:latin typeface="Calibri"/>
              </a:rPr>
              <a:t>Viewer role, no API key, no model selected, or another run is active.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A9A9C8"/>
                </a:solidFill>
                <a:latin typeface="Calibri"/>
              </a:rPr>
              <a:t>→ Check the role selector and the sidebar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358384"/>
            <a:ext cx="5577840" cy="859536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25400">
            <a:solidFill>
              <a:srgbClr val="C9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C96FFF"/>
                </a:solidFill>
                <a:latin typeface="Calibri"/>
              </a:rPr>
              <a:t>"database disk image is malformed"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EDE8DC"/>
                </a:solidFill>
                <a:latin typeface="Calibri"/>
              </a:rPr>
              <a:t>Host and Docker container sharing one SQLite file.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A9A9C8"/>
                </a:solidFill>
                <a:latin typeface="Calibri"/>
              </a:rPr>
              <a:t>→ Use one environment per data/ folder, then restart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